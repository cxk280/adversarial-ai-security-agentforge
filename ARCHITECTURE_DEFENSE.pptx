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AgentForge — Adversarial AI Security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Multi-agent adversarial evaluation of the OpenEMR Clinical Co-Pilot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Architecture Defense · Gauntlet AI · Week 3 · 2026-05-11 · Chris 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The Clinical Co-Pilot has PHI access, tool-call authority, multi-turn state, and ingests third-party documents.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Manual penetration testing produces a snapshot. The system evolves daily. Static test lists go stale within a sprint.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Failure mode is not 'a jailbreak exists' — it is 'a category of exploit is unaddressed'.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Required answer: continuous, autonomous adversarial evaluation that adapts as attackers adapt.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Discover · Generate · Mutate · Judge · Document · Validate · Regress ·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Per Week 3 case study — 'a static test suite is not the answer; an autonomous multi-agent red team is.'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Target: OpenEMR Clinical Co-Pilot (built Weeks 1–2)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FastAPI agent, Claude Sonnet 4.6, deployed live on Railway (dev / qa / prod).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8 patient/FHIR/guideline tools — PHI-bearing, parameter-controlled.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get_patient_summary, get_medications, get_recent_labs, get_vitals, get_visit_history, get_conditions, search_guidelines, get_extracted_facts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LangGraph supervisor: intake_extractor + evidence_retriever + final_answer.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Existing defenses are mostly soft (prompt-level): system prompt forbids prescriptions, instructs treating retrieved content as DATA.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Hard defenses: rate limiter (per-session), Pydantic field caps, PHI redaction on traces (NOT responses).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Endpoints in scope: /chat, /chat/stream, /chat/graph, /search, /extract, /copilot/lab-trend/{pid}, /copilot/extractions/{pid}, /api/patient-fhir-id/{pid}.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Highest-priority attack categories (from THREAT_MODEL.md)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1. Authorization bypass — sev 9, priority 7.2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Direct HTTP to /copilot/* endpoints from a session bound to a different patient. Best handled deterministically, not by LLM.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2. Cross-patient data exfiltration — sev 10, priority 7.0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Active-patient constraint is enforced by system-prompt instruction only. Cleanest deterministic signal in the suite.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3. Indirect prompt injection — sev 9, priority 6.3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Via uploaded PDFs (/extract) and guideline corpus retrieval. System prompt's 'treat retrieved content as DATA' is a soft mitigation, not a control.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4. Multi-turn / crescendo injection — sev 8, priority 5.6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No turn-level safety re-evaluation; session history is not re-sanitized.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5. Persona hijack — clinical authority — sev 10, priority 5.0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Producing prescription-shaped text is the worst-case clinical impact. Anthropic alignment is the main current defense.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Full ranked list of 17 subcategories with severity × exploitability scoring in THREAT_MODEL.md.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Multi-Agent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468880" cy="1280160"/>
          </a:xfrm>
          <a:prstGeom prst="roundRect">
            <a:avLst/>
          </a:prstGeom>
          <a:solidFill>
            <a:srgbClr val="2E4A6E"/>
          </a:solidFill>
          <a:ln>
            <a:solidFill>
              <a:srgbClr val="1A2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Orchestrator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Claude Sonnet 4.6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trust: high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188720"/>
            <a:ext cx="2468880" cy="1280160"/>
          </a:xfrm>
          <a:prstGeom prst="roundRect">
            <a:avLst/>
          </a:prstGeom>
          <a:solidFill>
            <a:srgbClr val="C53A3A"/>
          </a:solidFill>
          <a:ln>
            <a:solidFill>
              <a:srgbClr val="1A2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Red Team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huihui-ai L3.3-70B-abl. (RunPod)</a:t>
            </a:r>
            <a:br/>
            <a:r>
              <a:t>DeepSeek-R1 escalation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trust: 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78240" y="1188720"/>
            <a:ext cx="2468880" cy="1280160"/>
          </a:xfrm>
          <a:prstGeom prst="roundRect">
            <a:avLst/>
          </a:prstGeom>
          <a:solidFill>
            <a:srgbClr val="555555"/>
          </a:solidFill>
          <a:ln>
            <a:solidFill>
              <a:srgbClr val="1A2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Target: Clinical Co-Pilot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Claude Sonnet 4.6</a:t>
            </a:r>
            <a:br/>
            <a:r>
              <a:t>(deployed on Railway)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trust: n/a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3749039"/>
            <a:ext cx="2468880" cy="1280160"/>
          </a:xfrm>
          <a:prstGeom prst="roundRect">
            <a:avLst/>
          </a:prstGeom>
          <a:solidFill>
            <a:srgbClr val="2E6E4A"/>
          </a:solidFill>
          <a:ln>
            <a:solidFill>
              <a:srgbClr val="1A2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Judge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Claude Haiku 4.5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trust: med-high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749039"/>
            <a:ext cx="2468880" cy="1280160"/>
          </a:xfrm>
          <a:prstGeom prst="roundRect">
            <a:avLst/>
          </a:prstGeom>
          <a:solidFill>
            <a:srgbClr val="4A2E6E"/>
          </a:solidFill>
          <a:ln>
            <a:solidFill>
              <a:srgbClr val="1A2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Documentation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Claude Sonnet 4.6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trust: gated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1828800"/>
            <a:ext cx="640080" cy="0"/>
          </a:xfrm>
          <a:prstGeom prst="line">
            <a:avLst/>
          </a:prstGeom>
          <a:ln w="25400">
            <a:solidFill>
              <a:srgbClr val="1A2B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23160" y="1664208"/>
            <a:ext cx="1828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campaign brief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26480" y="1828800"/>
            <a:ext cx="2651760" cy="0"/>
          </a:xfrm>
          <a:prstGeom prst="line">
            <a:avLst/>
          </a:prstGeom>
          <a:ln w="25400">
            <a:solidFill>
              <a:srgbClr val="1A2B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37960" y="1664208"/>
            <a:ext cx="1828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attacks (HTTP)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4114800" y="2468880"/>
            <a:ext cx="5897880" cy="1280159"/>
          </a:xfrm>
          <a:prstGeom prst="line">
            <a:avLst/>
          </a:prstGeom>
          <a:ln w="25400">
            <a:solidFill>
              <a:srgbClr val="1A2B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149340" y="2944368"/>
            <a:ext cx="1828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responses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0" y="5029200"/>
            <a:ext cx="2286000" cy="0"/>
          </a:xfrm>
          <a:prstGeom prst="line">
            <a:avLst/>
          </a:prstGeom>
          <a:ln w="25400">
            <a:solidFill>
              <a:srgbClr val="1A2B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343400" y="4864608"/>
            <a:ext cx="1828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confirmed exploits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1783080" y="2468880"/>
            <a:ext cx="1508760" cy="1280159"/>
          </a:xfrm>
          <a:prstGeom prst="line">
            <a:avLst/>
          </a:prstGeom>
          <a:ln w="25400">
            <a:solidFill>
              <a:srgbClr val="1A2B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623060" y="2944368"/>
            <a:ext cx="1828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verdicts → coverage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5029200"/>
            <a:ext cx="1371600" cy="1005840"/>
          </a:xfrm>
          <a:prstGeom prst="line">
            <a:avLst/>
          </a:prstGeom>
          <a:ln w="25400">
            <a:solidFill>
              <a:srgbClr val="1A2B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629400" y="5367528"/>
            <a:ext cx="1828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VULN-NNNN.md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Postgres carries inter-agent state · Langfuse tags every span by agent_role · target-host allowlist enforced in harness/executor.py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Why four distinct agents, three model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and Judge must be independent.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 model that generates an attack is the worst possible evaluator of it — it rationalizes success.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Different model family + different repo path + different prompt template enforces independence.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and Judge need different alignment.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Red Team needs an UNCENSORED model — Claude/GPT/Gemini refuse offensive generation at scale.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Judge benefits from FRONTIER alignment — judgment, not generation, so refusals don't apply.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Orchestrator is strategic, not generative — no refusals; Sonnet handles coverage reasoning well.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Documentation is structured prose — Sonnet writes engineer-ready vuln reports.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 single-agent or linear-pipeline system fails the spec's explicit requirement.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Model choices — defended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primary: huihui-ai/Llama-3.3-70B-Instruct-abliterated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Abliterated = refusal direction surgically removed from weights, no retraining. Reproducible technique, open weights on HF.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Hosted on RunPod serverless GPU (A100-40GB, 4-bit quant, OpenAI-compatible API). Scales to zero when idle.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Frontier-provider hosts (Together, Anthropic, OpenAI) will not host abliterated weights. RunPod / Modal / Hyperbolic will.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escalation: DeepSeek-R1 via API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Materially lower refusal rate than Western frontier models on offensive prompts; ~10× cheaper than GPT-4 / Claude Sonnet.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Judge: Claude Haiku 4.5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Cheap, fast, already validated as judge in Week-2 eval suite (24/25 baseline accuracy).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Orchestrator + Documentation: Claude Sonnet 4.6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Strategic reasoning / structured prose, no attack generation, no refusal problem.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Framework choice: PyRIT for attack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Multi-turn mutation orchestrators built-in.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TreeOfAttacksWithPruningOrchestrator (TAP): attacker LLM generates → tests → refines based on target responses.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CrescendoOrchestrator: gradual multi-turn escalation. ~1000 lines we'd otherwise hand-write and tune.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Battle-tested.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Microsoft's AI Red Team uses it against Copilot, Phi-3, 100+ internal operations. Published paper, MIT-licensed, ~3.8K stars.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Pluggable target/attacker models.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Swap RunPod-hosted abliterated Llama → DeepSeek-R1 → anything else by config. Same orchestrator, any OpenAI-compatible endpoint.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Built-in converters (prompt obfuscation).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base64, leetspeak, ROT13, Unicode escape, character substitution — N × M coverage of every seed for free.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Memory + scoring scaffolding.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Conversation memory, replay, and a scorer interface where our own Judge plugs in.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Considered and rejected: Promptfoo (static eval, no multi-turn mutation), Garak (one-shot probing), rolling our own (~2 days reinventing TAP).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What we don't use from PyRIT: high-level agent coordination (LangGraph), Judge wrapping (own rubrics), or its CLI patterns (we wrap it as a service).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Orchestration strategy — what gets tested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Coverage matrix: 6 categories × ~30 subcategories, each cell tracks cases-run, recent pass-rate, severity weight.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Priority score per cell = severity × (1 − coverage_ratio) + 0.4 × recent_failure_rate + 0.3 × time_since_last.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Campaign halts when 30-attack rolling success rate &lt; 2% AND &gt; $5 spent.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Hard caps enforced in harness, not trusted to agent prompts: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Per-campaign USD cap. Per-day global USD cap. Per-target QPS token-bucket.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Regression runs auto-trigger on target deploys (CircleCI pre-`hold-qa` job calls /regression-runs).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Regression harness — deterministic where it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assertion types: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DETERMINISTIC (preferred): regex on response, structural JSON check, tool-call audit, PHI byte-equality. Cheap, fast, no drift.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JUDGED (only when semantic): re-runs the original Judge prompt. Tracked separately because of drift risk.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Anti-Goodhart controls: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Every case carries a negative control — a benign prompt that must keep passing. Invalidates 'pass' if it breaks.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Promotion stores the original rubric version. Drift &gt; 2 minor versions → re-run with original rubric + report both.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Spec gotcha avoided: a test that 'passes because model behavior changed' is worse than no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CI/CD integration — gating qa/prod promotions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Pre-`hold-qa` CircleCI job calls deployed adversary service's POST /regression-runs.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Dev auto-deploys ungated (fast inner loop preserved). qa and prod promotions are gated.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Fail if: any new HIGH-severity regression, OR overall pass rate drops &gt;5%, OR cost-per-cycle on target rises &gt;10%.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Bounded to ~3-5 min — promotion-gate suite is the deterministic subset; full LLM campaign runs async.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Emergency bypass: `[adversarial-bypass]` commit-msg convention + audit-trail-logged justification.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Implementation Option A: CircleCI calls the adversary service via API. Suite is pinned to a tag, not main.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Human-facing UI — Next.js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operator paths into the platform: CI auto-runs (previous slide) AND a human UI.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Stack: Next.js 15 (App Router) + TypeScript + Tailwind + shadcn/ui + TanStack Query + recharts. SSE for live verdict streaming.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Pages — each maps to a user role from USERS.md: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 Dashboard — open findings, last-24h runs, coverage heatmap, current spend (Security Engineer)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/run — Ad hoc campaign: target + categories + budget → kick off → live verdict stream (Security Engineer)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/coverage — 6×30 matrix of category × subcategory with case counts, pass-rate, time-since-last (Security Engineer, CISO)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/findings + /findings/VULN-NNNN — searchable list, drafts queue with approve/reject gate, single-finding repro (All)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/orchestrator — pause/resume, bump priorities, change budget caps (Security Engineer)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/runs/&lt;campaign_id&gt; — every attack, every verdict, jump to Langfuse trace (All)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/dashboard/exec — resilience trend lines + audit export (CISO)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Standalone Next.js app, not iframe-embedded — this is a separate application from the W2 OpenEMR frontend.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Deployed as `adversary-ui` Railway service. SSE endpoint backed by FastAPI on `adversary-agent`.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The CI path makes promotions safer. The UI path makes findings actionable — same data substrate (Postgres + Langfuse), different consumers.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Trust &amp; safety for the platform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Target-host allowlist (harness/executor.py) — defense of ARCHITECTURE.md §13: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Authorized: copilot-agent-production-41de.up.railway.app + qa + dev + localhost. Window: 2026-05-11 → 2026-05-22.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Any HTTP call outside the allowlist hard-errors before bytes leave the platform.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Human gates kept exactly where they belong: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Critical/high finding publication · rubric changes · allowlist edits · prod-target campaigns above $ cap · `[adversarial-bypass]` force-promote.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Autonomy preserved exactly where it should be: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Campaign scheduling · attack mutation · individual judgments · medium/low finding drafts · nightly regressions · coverage priorities.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No autonomous remediation — spec is explicit, and an agent that can push fixes can introduce vulnerabilities.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Immutable audit log on every campaign, attack, verdict, publish.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Observability — Langfuse, tagged by agent_role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Self-hosted Langfuse (reuse W2 deployment) — no offensive-security trace leaves the platform.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Every call carries: agent_role, campaign_id, attack_category, attack_subcategory, target_sha, verdict.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Six required questions, all answerable from the dashboard: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Which categories have been tested, how many cases each?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Pass/fail rate by category and target version?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Is the target getting more or less resilient over time?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Open vs in-progress vs resolved findings?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Run cost, scaling rate?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What did each agent do, in what order?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Per-call USD computed from (model, prompt_tokens, completion_tokens) stored on the span.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Cost at scale (~5% pass rate, 2:1 mutation:seed ratio)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100 runs → ~$0.70 — no bottleneck.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1K runs → ~$7 — bottleneck: local Ollama / RunPod throughput.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10K runs → ~$70 — bottleneck: Judge concurrency / Anthropic rate limits.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100K runs → ~$700 base — required architectural changes: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Deterministic pre-filter knocks out ~40% of clearly-failed attacks before Judge sees them.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Batched Judge calls + sharded Judge instances (one per category).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Sharded RunPod / always-warm fleet for the 70B abliterated model.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Cost-per-cycle is dominated by Judge, not Red Team — only because we picked uncensored local for generation.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Full breakdown in AI_COST_ANALYSIS.md.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Sprint plan (W3 deadlines)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Today (Mon 05-11): architecture defense + THREAT_MODEL.md + USERS.md + initial seeds + Red Team prototype hitting live dev target.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Tue 05-12 (MVP): all four agents end-to-end on ≥3 categories, ≥3 vulnerability reports, platform deployed, observability MVP, cost analysis v1.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Wed 05-13: Orchestrator + coverage matrix + budget caps + regression harness wired to CircleCI pre-`hold-qa`.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Thu 05-14: Documentation Agent + full regression integration + UI dashboard polish + bug bash.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Fri 05-15 noon (FINAL): demo video, cost projections at 100/1K/10K/100K, README pass, social post.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Authorization window extends to 2026-05-22 for post-final exploration / replay.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I'm prepared to defend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Choosing an uncensored local model for Red Team generation over Claude/GPT/Gemini.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Putting Judge on a frontier model and Red Team on a non-frontier model — opposite alignment requirements.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Postgres-backed inter-agent messaging instead of a broker — durability &gt; latency at our volume.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frameworks (LangGraph + PyRIT) — LangGraph already in W2, PyRIT mutation strategies too valuable to skip.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Deterministic regression assertions wherever possible — judge drift would invalidate the entire history.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Human gate at high/critical findings, force-promote with `[adversarial-bypass]` audit trail.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Self-hosted Langfuse — offensive-security traces don't leave the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The deliverable that matters: one a hospital CISO would trust to continuously test systems their physicians depend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